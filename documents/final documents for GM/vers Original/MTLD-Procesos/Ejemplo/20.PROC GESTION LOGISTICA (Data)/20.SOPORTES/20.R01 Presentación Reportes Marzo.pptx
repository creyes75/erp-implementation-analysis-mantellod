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6" r:id="rId1"/>
  </p:sldMasterIdLst>
  <p:sldIdLst>
    <p:sldId id="264" r:id="rId2"/>
    <p:sldId id="265" r:id="rId3"/>
    <p:sldId id="263" r:id="rId4"/>
    <p:sldId id="268" r:id="rId5"/>
    <p:sldId id="256" r:id="rId6"/>
    <p:sldId id="257" r:id="rId7"/>
    <p:sldId id="258" r:id="rId8"/>
    <p:sldId id="269" r:id="rId9"/>
    <p:sldId id="278" r:id="rId10"/>
    <p:sldId id="270" r:id="rId11"/>
    <p:sldId id="271" r:id="rId12"/>
    <p:sldId id="272" r:id="rId13"/>
    <p:sldId id="280" r:id="rId14"/>
    <p:sldId id="267" r:id="rId15"/>
    <p:sldId id="281" r:id="rId1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37" autoAdjust="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3011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828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277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2818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1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0720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528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07873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826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2265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766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495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341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10366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020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20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2B8A8-B9A0-488A-A7CC-262C79217846}" type="datetimeFigureOut">
              <a:rPr lang="es-EC" smtClean="0"/>
              <a:t>08/04/2021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3F92773-65F2-45EB-8F9C-D925AC9A333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4329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  <p:sldLayoutId id="2147484088" r:id="rId12"/>
    <p:sldLayoutId id="2147484089" r:id="rId13"/>
    <p:sldLayoutId id="2147484090" r:id="rId14"/>
    <p:sldLayoutId id="2147484091" r:id="rId15"/>
    <p:sldLayoutId id="21474840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emf"/><Relationship Id="rId17" Type="http://schemas.openxmlformats.org/officeDocument/2006/relationships/image" Target="../media/image33.png"/><Relationship Id="rId2" Type="http://schemas.openxmlformats.org/officeDocument/2006/relationships/image" Target="../media/image18.emf"/><Relationship Id="rId16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emf"/><Relationship Id="rId4" Type="http://schemas.openxmlformats.org/officeDocument/2006/relationships/image" Target="../media/image20.emf"/><Relationship Id="rId9" Type="http://schemas.openxmlformats.org/officeDocument/2006/relationships/image" Target="../media/image25.png"/><Relationship Id="rId1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100051" y="449859"/>
            <a:ext cx="10058400" cy="3566160"/>
          </a:xfrm>
        </p:spPr>
        <p:txBody>
          <a:bodyPr/>
          <a:lstStyle/>
          <a:p>
            <a:r>
              <a:rPr lang="es-EC" dirty="0" smtClean="0"/>
              <a:t>INFORME DE LOGISTICA</a:t>
            </a:r>
            <a:br>
              <a:rPr lang="es-EC" dirty="0" smtClean="0"/>
            </a:br>
            <a:r>
              <a:rPr lang="es-EC" dirty="0" smtClean="0"/>
              <a:t># 7</a:t>
            </a:r>
            <a:endParaRPr lang="es-EC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C" dirty="0" smtClean="0"/>
              <a:t>DESDE 01-03-2021</a:t>
            </a:r>
          </a:p>
          <a:p>
            <a:r>
              <a:rPr lang="es-EC" dirty="0" smtClean="0"/>
              <a:t>HASTA 31-03-2021</a:t>
            </a:r>
          </a:p>
          <a:p>
            <a:r>
              <a:rPr lang="es-EC" dirty="0" smtClean="0"/>
              <a:t>05-04-2021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53918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39072" y="199108"/>
            <a:ext cx="6379937" cy="599383"/>
          </a:xfrm>
        </p:spPr>
        <p:txBody>
          <a:bodyPr>
            <a:normAutofit fontScale="90000"/>
          </a:bodyPr>
          <a:lstStyle/>
          <a:p>
            <a:r>
              <a:rPr lang="es-EC" dirty="0" smtClean="0"/>
              <a:t>RESUMEN SITUACION PERIODO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15400" y="1639387"/>
            <a:ext cx="8915400" cy="3956195"/>
          </a:xfrm>
        </p:spPr>
        <p:txBody>
          <a:bodyPr>
            <a:normAutofit/>
          </a:bodyPr>
          <a:lstStyle/>
          <a:p>
            <a:r>
              <a:rPr lang="es-EC" dirty="0" smtClean="0"/>
              <a:t>Cabezal 05 reparación de 2 Puentes del Chasis partidos (taller </a:t>
            </a:r>
            <a:r>
              <a:rPr lang="es-EC" dirty="0" err="1" smtClean="0"/>
              <a:t>Tiwintsa</a:t>
            </a:r>
            <a:r>
              <a:rPr lang="es-EC" dirty="0" smtClean="0"/>
              <a:t> del 25 al 31/Mar). Operativo</a:t>
            </a:r>
          </a:p>
          <a:p>
            <a:r>
              <a:rPr lang="es-EC" dirty="0" smtClean="0"/>
              <a:t>Cabezal 08 cambio de llantas y puntas de los frontales, pines y bocines en taller desde el 29/Marzo. </a:t>
            </a:r>
          </a:p>
          <a:p>
            <a:r>
              <a:rPr lang="es-EC" dirty="0" smtClean="0"/>
              <a:t>Camión 06, reparación del motor y cajón (parches y cambio de puerta).</a:t>
            </a:r>
          </a:p>
          <a:p>
            <a:r>
              <a:rPr lang="es-EC" dirty="0" smtClean="0"/>
              <a:t>Camión 07, desde el 13/Marzo esta en </a:t>
            </a:r>
            <a:r>
              <a:rPr lang="es-EC" dirty="0" err="1" smtClean="0"/>
              <a:t>taura</a:t>
            </a:r>
            <a:r>
              <a:rPr lang="es-EC" dirty="0" smtClean="0"/>
              <a:t>, Operativo.</a:t>
            </a:r>
          </a:p>
          <a:p>
            <a:r>
              <a:rPr lang="es-EC" dirty="0" smtClean="0"/>
              <a:t>Cubrimos con </a:t>
            </a:r>
            <a:r>
              <a:rPr lang="es-EC" dirty="0"/>
              <a:t>flota vehicular </a:t>
            </a:r>
            <a:r>
              <a:rPr lang="es-EC" dirty="0" smtClean="0"/>
              <a:t>Data con el 98%, en los diferentes </a:t>
            </a:r>
            <a:r>
              <a:rPr lang="es-EC" dirty="0"/>
              <a:t>puntos (</a:t>
            </a:r>
            <a:r>
              <a:rPr lang="es-EC" dirty="0" err="1"/>
              <a:t>Taura</a:t>
            </a:r>
            <a:r>
              <a:rPr lang="es-EC" dirty="0"/>
              <a:t> Traslado de Harina Duran-</a:t>
            </a:r>
            <a:r>
              <a:rPr lang="es-EC" dirty="0" err="1"/>
              <a:t>Taura</a:t>
            </a:r>
            <a:r>
              <a:rPr lang="es-EC" dirty="0"/>
              <a:t>, </a:t>
            </a:r>
            <a:r>
              <a:rPr lang="es-EC" dirty="0" smtClean="0"/>
              <a:t>Manta </a:t>
            </a:r>
            <a:r>
              <a:rPr lang="es-EC" dirty="0"/>
              <a:t>Retiro del </a:t>
            </a:r>
            <a:r>
              <a:rPr lang="es-EC" dirty="0" err="1"/>
              <a:t>Scrap</a:t>
            </a:r>
            <a:r>
              <a:rPr lang="es-EC" dirty="0"/>
              <a:t> de </a:t>
            </a:r>
            <a:r>
              <a:rPr lang="es-EC" dirty="0" smtClean="0"/>
              <a:t>Atún, Aguas </a:t>
            </a:r>
            <a:r>
              <a:rPr lang="es-EC" dirty="0"/>
              <a:t>de Cocción de Sálica y Traslado de Pesca, Muelle</a:t>
            </a:r>
            <a:r>
              <a:rPr lang="es-EC" dirty="0" smtClean="0"/>
              <a:t>).</a:t>
            </a:r>
          </a:p>
          <a:p>
            <a:endParaRPr lang="es-EC" dirty="0"/>
          </a:p>
          <a:p>
            <a:endParaRPr lang="es-EC" dirty="0" smtClean="0"/>
          </a:p>
        </p:txBody>
      </p:sp>
    </p:spTree>
    <p:extLst>
      <p:ext uri="{BB962C8B-B14F-4D97-AF65-F5344CB8AC3E}">
        <p14:creationId xmlns:p14="http://schemas.microsoft.com/office/powerpoint/2010/main" val="22544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7" y="213417"/>
            <a:ext cx="12081083" cy="633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0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6" y="432473"/>
            <a:ext cx="12041874" cy="570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0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48" y="0"/>
            <a:ext cx="12032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9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54" y="128364"/>
            <a:ext cx="11987633" cy="545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8" y="123308"/>
            <a:ext cx="5887740" cy="33086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658" y="38101"/>
            <a:ext cx="6127342" cy="355426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3592361"/>
            <a:ext cx="4903811" cy="32656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798" y="3735891"/>
            <a:ext cx="5236262" cy="31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8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7" y="0"/>
            <a:ext cx="5297642" cy="335648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96" y="1"/>
            <a:ext cx="5236262" cy="323451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15" y="3496911"/>
            <a:ext cx="5038334" cy="336108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796" y="3241320"/>
            <a:ext cx="5236262" cy="361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" y="0"/>
            <a:ext cx="5236262" cy="304101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28" y="0"/>
            <a:ext cx="5236262" cy="381951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550" y="4004607"/>
            <a:ext cx="5236262" cy="272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8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7" y="184694"/>
            <a:ext cx="3444695" cy="51089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14" y="695585"/>
            <a:ext cx="3267739" cy="12619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288" y="184694"/>
            <a:ext cx="3091673" cy="34870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527" y="533397"/>
            <a:ext cx="2182557" cy="10790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674" y="184693"/>
            <a:ext cx="3159912" cy="34870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0399" y="525846"/>
            <a:ext cx="2176461" cy="10729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39" y="2062106"/>
            <a:ext cx="3444695" cy="34870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03" y="2409528"/>
            <a:ext cx="2219136" cy="10912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710" y="2062106"/>
            <a:ext cx="3444695" cy="51089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9454" y="2572997"/>
            <a:ext cx="2097206" cy="1024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6280" y="2037677"/>
            <a:ext cx="3444695" cy="510891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0286" y="2548568"/>
            <a:ext cx="2316681" cy="13290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7871" y="4306557"/>
            <a:ext cx="3444695" cy="51900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0912" y="4832808"/>
            <a:ext cx="2438611" cy="10120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06918" y="4224231"/>
            <a:ext cx="3444695" cy="348703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81255" y="4572934"/>
            <a:ext cx="1896020" cy="11339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7560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52" y="105064"/>
            <a:ext cx="5765588" cy="669834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009" y="209734"/>
            <a:ext cx="5765588" cy="665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1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07" y="300333"/>
            <a:ext cx="5765588" cy="322753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69" y="1027018"/>
            <a:ext cx="4568496" cy="125695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462" y="3698544"/>
            <a:ext cx="6666520" cy="301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00571" y="2385811"/>
            <a:ext cx="8915399" cy="2262781"/>
          </a:xfrm>
        </p:spPr>
        <p:txBody>
          <a:bodyPr/>
          <a:lstStyle/>
          <a:p>
            <a:pPr algn="ctr"/>
            <a:r>
              <a:rPr lang="es-EC" dirty="0" smtClean="0"/>
              <a:t>GRACIAS, POR LA ATENCIÓN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5076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1617</TotalTime>
  <Words>120</Words>
  <Application>Microsoft Office PowerPoint</Application>
  <PresentationFormat>Panorámica</PresentationFormat>
  <Paragraphs>11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Espiral</vt:lpstr>
      <vt:lpstr>INFORME DE LOGISTICA # 7</vt:lpstr>
      <vt:lpstr>RESUMEN SITUACION PERIODO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GRACIAS, POR LA ATENCIÓN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Rrhhdata</dc:creator>
  <cp:lastModifiedBy>Rrhhdata</cp:lastModifiedBy>
  <cp:revision>129</cp:revision>
  <dcterms:created xsi:type="dcterms:W3CDTF">2020-09-22T16:57:14Z</dcterms:created>
  <dcterms:modified xsi:type="dcterms:W3CDTF">2021-04-08T21:41:33Z</dcterms:modified>
</cp:coreProperties>
</file>